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4" r:id="rId10"/>
    <p:sldId id="270" r:id="rId11"/>
    <p:sldId id="266" r:id="rId12"/>
    <p:sldId id="267" r:id="rId13"/>
    <p:sldId id="263" r:id="rId14"/>
    <p:sldId id="268" r:id="rId15"/>
    <p:sldId id="265" r:id="rId16"/>
    <p:sldId id="271" r:id="rId1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4A72-EBD4-9025-1869-73A8F29FF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E7447-EBA6-5071-AB1A-95A35DD30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FCEBD-7E24-DE16-AFD1-92266CC1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4623E-601E-1755-EB04-6501CE0F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962A8-FD09-277B-9CC3-7AEA918B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841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9879-4A5C-28CE-BC47-D4CF65E6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E8F3-763F-E505-AE71-12FB748AC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2CEE2-385C-DE01-9786-696DBBFD3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274E8-6338-1E9E-04ED-85C1CF478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270D1-F759-11BE-849D-D561852B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885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F3AF-42F4-4E8A-14DB-47CCE105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AFEAA-31CC-6061-9388-C554D7C2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0B506-7A3D-B09F-CD91-050AE00A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CBBE4-9B28-A22C-5343-BADB7C32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0105-B5AC-A5A9-F3FB-FA9C70C7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402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1345-A530-F9C5-6659-697229D5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95A52-BA68-9252-3017-ACBA11AC5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7F526-AEB0-D5DE-5F4B-DD41296BA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57F03-2E52-56CB-40FC-E2750F97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C65BB-B2A4-CD47-D6BD-1A131883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B9EE6-208E-9D2C-6DFF-C75C4E8E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408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90D-7A21-1C37-0E88-4F3143B2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F71CA-49C4-8E70-CE43-6997A9D2C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DE65A-EDCA-1E46-0104-EFAAD592D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3A332-3B61-80C6-41C0-C7E3DABB0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574B8A-80DA-1676-20BB-BB1FC308B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DDE076-D4BB-6E77-89B5-1DB552D9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D059F-C096-70B8-7058-D0021DB5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8382B-E49E-6C0E-01D4-B05772B6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073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D361-8467-F166-1F23-33E97037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9B3F5-2513-C07E-3ADD-80F28969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5E383-FAA6-5271-C85F-AAF4C497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FEDF7-A8FF-5F34-130C-75CE6066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6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015F1-CF21-AEDB-6629-9839DC7F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D5AE5-99DC-1AF4-E948-DE36A75B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CEB2F-2765-D87C-5152-CE6D91AA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039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DAE2-16A1-1BCB-6F66-9D3996761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2E19-E36C-60AF-8E1A-57F8C7D2F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1261F-E114-9700-6708-FC4225919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DE561-5420-4E23-1EFD-EAFAA7A9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6E4D1-7EDB-8E14-09AF-C285D775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DF307-E536-4417-8D68-A4C3B4AE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91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A87A-B715-9701-AE6D-2CF742AF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34A3A-3BC4-95E9-FE38-1D933D0E1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F6FA8-4332-4CEF-DBE6-475643F55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38B1A-21EF-7225-222D-07CDCCC2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DC5F5-BF40-D081-9DBF-1FB106FB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DC1BB-635F-47E7-27F3-C0CE12FD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161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90AA-7074-9438-7E6F-AC0F6EC6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3F9BD-86C0-FB8C-9473-046F5C588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1C7BA-E172-03DD-8E92-9126AF0C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33B5D-A730-0CEE-DEFF-B643F5C1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BE52-815B-8F0A-6ABA-C1FCD3B3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1770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48DFE-4E8C-091A-F519-878945532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B407B-4474-12D3-BF5C-298137B26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CB706-0CAC-CA28-0702-1BC71FCB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AF3BD-22BE-4D1B-199E-0B723136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D2E66-48C6-EDFF-FC83-77D26D680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429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ABBA3-FBA2-0440-0023-168D1373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15053-4E1E-A75B-12B2-DBF4E7C37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9DC0A-A33D-96E0-3941-DE1B736FF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4ED71-1B4F-4C8A-BF53-021D246308F8}" type="datetimeFigureOut">
              <a:rPr lang="LID4096" smtClean="0"/>
              <a:t>12/19/2025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0829-7A5F-67EB-6F54-0605DD441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A586-8487-D3E6-34F8-7ECEBEFB7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C5A5C-6CB1-46F2-A710-63A2A7D4E62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644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proto/IoHvJDOKj8Rm5ykUbsik5v/Swappo-2025-design?page-id=65%3A715&amp;node-id=65-717&amp;viewport=360%2C551%2C0.17&amp;t=f3EHmpoiuALoSWhc-1&amp;scaling=scale-down&amp;content-scaling=fixed&amp;starting-point-node-id=68%3A91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gs/Swapppo/repositor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A0BA-BB99-2C93-B494-94E4691646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Swappo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C09C7-6750-A3AB-3CB0-965E81FA1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Filip Turk</a:t>
            </a:r>
          </a:p>
          <a:p>
            <a:r>
              <a:rPr lang="en-US" dirty="0"/>
              <a:t>Kristjan Volk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0205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6E5A-F67E-49B4-1F13-4F66457B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Ideja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76B53-A01D-D84A-E48A-57F052332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Izmenjava</a:t>
            </a:r>
            <a:r>
              <a:rPr lang="en-US" dirty="0"/>
              <a:t> </a:t>
            </a:r>
            <a:r>
              <a:rPr lang="en-US" dirty="0" err="1"/>
              <a:t>predmetov</a:t>
            </a:r>
            <a:r>
              <a:rPr lang="en-US" dirty="0"/>
              <a:t> </a:t>
            </a:r>
          </a:p>
          <a:p>
            <a:r>
              <a:rPr lang="en-US" dirty="0"/>
              <a:t>Facebook </a:t>
            </a:r>
            <a:r>
              <a:rPr lang="en-US" dirty="0" err="1"/>
              <a:t>skupina</a:t>
            </a:r>
            <a:r>
              <a:rPr lang="en-US" dirty="0"/>
              <a:t> </a:t>
            </a:r>
            <a:r>
              <a:rPr lang="en-US" dirty="0" err="1"/>
              <a:t>kosovci</a:t>
            </a:r>
            <a:endParaRPr lang="en-US" dirty="0"/>
          </a:p>
          <a:p>
            <a:r>
              <a:rPr lang="en-US" dirty="0" err="1"/>
              <a:t>Podoben</a:t>
            </a:r>
            <a:r>
              <a:rPr lang="en-US" dirty="0"/>
              <a:t> </a:t>
            </a:r>
            <a:r>
              <a:rPr lang="en-US" dirty="0" err="1"/>
              <a:t>pristop</a:t>
            </a:r>
            <a:r>
              <a:rPr lang="en-US" dirty="0"/>
              <a:t> </a:t>
            </a:r>
            <a:r>
              <a:rPr lang="en-US" dirty="0" err="1"/>
              <a:t>kot</a:t>
            </a:r>
            <a:r>
              <a:rPr lang="en-US" dirty="0"/>
              <a:t> vinted/tinder</a:t>
            </a:r>
          </a:p>
          <a:p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712467-F56F-486F-4D05-608CCCECE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51" y="1027906"/>
            <a:ext cx="5579419" cy="517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A2EF-E611-9D7C-8353-186E70D8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4AB3-17CA-248C-7BAF-8707EEC58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D212F-7875-2092-731F-57A75367F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16" y="446220"/>
            <a:ext cx="6698018" cy="615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3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9496-5163-F5D1-DD4A-FD503C9A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804B-9E40-E437-86E8-204E2629C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4EAC1A-2CF1-225F-3293-1517C1220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244" y="693650"/>
            <a:ext cx="4756951" cy="53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7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FAC3-D6C5-030C-B00B-BAB7A0A42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C124-105F-8A1E-432C-5539B3CEF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DF7DB-B930-AB6A-6D2C-6B38197B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056" y="627969"/>
            <a:ext cx="5528962" cy="560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2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3D83-BAF1-5FF2-44D1-BC9D7B6C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BEA6-1D6D-EC8A-C87F-9111CBEE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2C58A-3F74-EF05-7F45-A1FFA9851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sz="2000" b="1" dirty="0"/>
              <a:t>Auth Service</a:t>
            </a:r>
            <a:r>
              <a:rPr lang="en-US" sz="2000" dirty="0"/>
              <a:t> - JWT-based authentication &amp; user management</a:t>
            </a:r>
          </a:p>
          <a:p>
            <a:r>
              <a:rPr lang="en-US" sz="2000" b="1" dirty="0"/>
              <a:t>Catalog Service</a:t>
            </a:r>
            <a:r>
              <a:rPr lang="en-US" sz="2000" dirty="0"/>
              <a:t> - Item listings with location-based smart feed</a:t>
            </a:r>
          </a:p>
          <a:p>
            <a:r>
              <a:rPr lang="en-US" sz="2000" b="1" dirty="0"/>
              <a:t>Matchmaking Service</a:t>
            </a:r>
            <a:r>
              <a:rPr lang="en-US" sz="2000" dirty="0"/>
              <a:t> - Trade offers and swap matching</a:t>
            </a:r>
          </a:p>
          <a:p>
            <a:r>
              <a:rPr lang="en-US" sz="2000" b="1" dirty="0"/>
              <a:t>Chat Service</a:t>
            </a:r>
            <a:r>
              <a:rPr lang="en-US" sz="2000" dirty="0"/>
              <a:t> - Real-time messaging between users</a:t>
            </a:r>
          </a:p>
          <a:p>
            <a:r>
              <a:rPr lang="sl-SI" sz="2000" b="1" dirty="0"/>
              <a:t>Notifications Service</a:t>
            </a:r>
            <a:r>
              <a:rPr lang="sl-SI" sz="2000" dirty="0"/>
              <a:t> - User notifications system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237942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C09D-292F-69AF-5BF8-9FF5AA78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6F4D8-BFFE-7262-85AE-B5619C121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E63DD-6751-1F47-FD74-4965C8B9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99" y="282031"/>
            <a:ext cx="3147626" cy="6532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FE689-D823-359C-C890-FA0FAA505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324" y="365125"/>
            <a:ext cx="2955377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99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9B07-E322-CE1C-7492-1B642D4F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739A-31A3-13C2-FAFE-6D101521A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5 Independent Backend Services </a:t>
            </a:r>
            <a:endParaRPr lang="en-US" dirty="0"/>
          </a:p>
          <a:p>
            <a:r>
              <a:rPr lang="sl-SI" dirty="0"/>
              <a:t>FastAPI + PostgreSQL</a:t>
            </a:r>
            <a:endParaRPr lang="en-US" dirty="0"/>
          </a:p>
          <a:p>
            <a:r>
              <a:rPr lang="en-US" dirty="0"/>
              <a:t>Docker Compose - </a:t>
            </a:r>
            <a:r>
              <a:rPr lang="sl-SI" dirty="0"/>
              <a:t>for local development</a:t>
            </a:r>
            <a:endParaRPr lang="en-US" dirty="0"/>
          </a:p>
          <a:p>
            <a:r>
              <a:rPr lang="en-US" dirty="0"/>
              <a:t>Docker </a:t>
            </a:r>
            <a:r>
              <a:rPr lang="en-US" dirty="0" err="1"/>
              <a:t>kuberenetes</a:t>
            </a:r>
            <a:r>
              <a:rPr lang="en-US" dirty="0"/>
              <a:t> cluster – for production (local for now)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63238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6853-E050-73D7-1C4D-1E48C451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91D0-30AD-FAFB-70DE-943DF182F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React Native/Expo ap</a:t>
            </a:r>
            <a:r>
              <a:rPr lang="en-US" dirty="0"/>
              <a:t>p</a:t>
            </a:r>
          </a:p>
          <a:p>
            <a:r>
              <a:rPr lang="en-US" dirty="0"/>
              <a:t>Tailwind</a:t>
            </a:r>
          </a:p>
          <a:p>
            <a:r>
              <a:rPr lang="en-US" dirty="0"/>
              <a:t>Figma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C4BEBC-91DD-3391-0109-DC5B50A7F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928" y="607148"/>
            <a:ext cx="2719708" cy="588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781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D70E-83E1-7D1E-7399-3851D888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E2314-8711-246D-91DA-628DAB3A6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>
                <a:hlinkClick r:id="rId2"/>
              </a:rPr>
              <a:t>https://www.figma.com/proto/IoHvJDOKj8Rm5ykUbsik5v/Swappo-2025-design?page-id=65%3A715&amp;node-id=65-717&amp;viewport=360%2C551%2C0.17&amp;t=f3EHmpoiuALoSWhc-1&amp;scaling=scale-down&amp;content-scaling=fixed&amp;starting-point-node-id=68%3A913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18228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4F9B-29C4-9EF0-05A6-FA50B912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4116BB-1511-0D7F-50CD-1F0511593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55" y="709464"/>
            <a:ext cx="2587774" cy="56002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BC0C94-8950-4F7A-5452-2C47819F4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196" y="709464"/>
            <a:ext cx="2587775" cy="56002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35338C-735A-A4B3-14C6-DC46668F7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526" y="709464"/>
            <a:ext cx="2587774" cy="56002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C3BC10-EF94-73B1-55A6-EF6F71C62E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869" y="548326"/>
            <a:ext cx="2662234" cy="57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4D7B9-9D23-3A83-D07B-859B69DE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0D9280-136C-F835-A694-9451E5BCF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061" y="785414"/>
            <a:ext cx="2552998" cy="5524951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D07BE-2B01-194A-C013-4872886B0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37" y="785414"/>
            <a:ext cx="2552998" cy="5524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154511-C6D8-D2CA-35D7-3D5864AF6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084" y="785414"/>
            <a:ext cx="2577429" cy="552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8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4519-C1DB-01E5-9BC9-A6D79A55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/>
              <a:t>Development Progress</a:t>
            </a:r>
            <a:br>
              <a:rPr lang="sl-SI" b="1" dirty="0"/>
            </a:b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656D-E906-2F77-6262-54A5B5E14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microservices architecture with isolated databases</a:t>
            </a:r>
          </a:p>
          <a:p>
            <a:r>
              <a:rPr lang="en-US" dirty="0"/>
              <a:t>RESTful APIs with </a:t>
            </a:r>
            <a:r>
              <a:rPr lang="en-US" dirty="0" err="1"/>
              <a:t>OpenAPI</a:t>
            </a:r>
            <a:r>
              <a:rPr lang="en-US" dirty="0"/>
              <a:t> documentation (/docs for each service)</a:t>
            </a:r>
          </a:p>
          <a:p>
            <a:r>
              <a:rPr lang="en-US" dirty="0"/>
              <a:t>Docker containerization for all services</a:t>
            </a:r>
          </a:p>
          <a:p>
            <a:r>
              <a:rPr lang="sl-SI" dirty="0"/>
              <a:t>Kubernetes deployment configuration</a:t>
            </a:r>
            <a:endParaRPr lang="en-US" dirty="0"/>
          </a:p>
          <a:p>
            <a:r>
              <a:rPr lang="en-US" dirty="0"/>
              <a:t>Frontend screens: Login, Register, Swipe, Explore, Chat, Matches, Items, Notifications</a:t>
            </a:r>
          </a:p>
          <a:p>
            <a:r>
              <a:rPr lang="en-US" dirty="0"/>
              <a:t>Authentication flow with secure token storage</a:t>
            </a:r>
          </a:p>
          <a:p>
            <a:endParaRPr lang="sl-SI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043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DF70-A739-70EB-0B12-0F212E9B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E5C60-6B14-ED49-CA23-DD3F54D18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5F4CC-5840-D821-C933-5CB7B290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1" y="26206"/>
            <a:ext cx="11725154" cy="683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8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3245-416A-2962-4926-B7D8F5F3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b="1" dirty="0"/>
              <a:t>Current Focus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B4674-7AA9-69E7-2FCE-FFC8ED447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CI/CD</a:t>
            </a:r>
          </a:p>
          <a:p>
            <a:r>
              <a:rPr lang="en-US" dirty="0"/>
              <a:t>Matchmaking logic/bartering 	 1</a:t>
            </a:r>
            <a:r>
              <a:rPr lang="en-US" dirty="0">
                <a:sym typeface="Wingdings" panose="05000000000000000000" pitchFamily="2" charset="2"/>
              </a:rPr>
              <a:t>1		/</a:t>
            </a:r>
            <a:r>
              <a:rPr lang="en-US" dirty="0"/>
              <a:t>	 </a:t>
            </a:r>
            <a:r>
              <a:rPr lang="en-US" dirty="0" err="1"/>
              <a:t>x</a:t>
            </a:r>
            <a:r>
              <a:rPr lang="en-US" dirty="0" err="1">
                <a:sym typeface="Wingdings" panose="05000000000000000000" pitchFamily="2" charset="2"/>
              </a:rPr>
              <a:t>y</a:t>
            </a:r>
            <a:endParaRPr lang="en-US" dirty="0"/>
          </a:p>
          <a:p>
            <a:r>
              <a:rPr lang="sl-SI" dirty="0"/>
              <a:t>Frontend-backend integration</a:t>
            </a:r>
          </a:p>
          <a:p>
            <a:r>
              <a:rPr lang="sl-SI" dirty="0"/>
              <a:t>Real-time chat implementation</a:t>
            </a:r>
          </a:p>
          <a:p>
            <a:r>
              <a:rPr lang="sl-SI" dirty="0"/>
              <a:t>Notification system completion</a:t>
            </a:r>
          </a:p>
          <a:p>
            <a:r>
              <a:rPr lang="sl-SI" dirty="0"/>
              <a:t>Image upload infrastructure</a:t>
            </a:r>
            <a:r>
              <a:rPr lang="en-US" dirty="0"/>
              <a:t> - Migrate to Azure Blob Storage or AWS S3</a:t>
            </a:r>
            <a:endParaRPr lang="sl-SI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39891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A24C-0A42-DCC1-0261-FD99111A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B0F2-6766-DD59-E1B3-457DD383E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>
                <a:hlinkClick r:id="rId2"/>
              </a:rPr>
              <a:t>https://github.com/orgs/Swapppo/repositories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2191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238</Words>
  <Application>Microsoft Office PowerPoint</Application>
  <PresentationFormat>Widescreen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Swappo</vt:lpstr>
      <vt:lpstr>Ideja</vt:lpstr>
      <vt:lpstr>PowerPoint Presentation</vt:lpstr>
      <vt:lpstr>PowerPoint Presentation</vt:lpstr>
      <vt:lpstr>PowerPoint Presentation</vt:lpstr>
      <vt:lpstr>Architecture</vt:lpstr>
      <vt:lpstr>PowerPoint Presentation</vt:lpstr>
      <vt:lpstr>Technology</vt:lpstr>
      <vt:lpstr>FRONTEND</vt:lpstr>
      <vt:lpstr>PowerPoint Presentation</vt:lpstr>
      <vt:lpstr>PowerPoint Presentation</vt:lpstr>
      <vt:lpstr>PowerPoint Presentation</vt:lpstr>
      <vt:lpstr>Development Progress </vt:lpstr>
      <vt:lpstr>PowerPoint Presentation</vt:lpstr>
      <vt:lpstr>Current Focus</vt:lpstr>
      <vt:lpstr>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turk</dc:creator>
  <cp:lastModifiedBy>filip turk</cp:lastModifiedBy>
  <cp:revision>1</cp:revision>
  <dcterms:created xsi:type="dcterms:W3CDTF">2025-12-19T06:33:02Z</dcterms:created>
  <dcterms:modified xsi:type="dcterms:W3CDTF">2025-12-19T08:08:45Z</dcterms:modified>
</cp:coreProperties>
</file>